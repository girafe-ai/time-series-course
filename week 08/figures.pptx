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0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19"/>
  </p:normalViewPr>
  <p:slideViewPr>
    <p:cSldViewPr snapToGrid="0" snapToObjects="1">
      <p:cViewPr>
        <p:scale>
          <a:sx n="83" d="100"/>
          <a:sy n="83" d="100"/>
        </p:scale>
        <p:origin x="1264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1EFD4-561B-2440-86B5-517BB7FA0A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0F3411-C2EF-A143-92FA-D8DF425CA7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61FDC-9B51-BA45-A7DB-595E1DD38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2C8D7-9ABC-3A4D-9D57-B30EAB2E8A1B}" type="datetimeFigureOut">
              <a:rPr lang="de-DE" smtClean="0"/>
              <a:t>30.04.24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48226-527B-3243-B674-45C1DBCA3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E43AB-7431-DA45-9B5E-8F261FBD3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8E0D1-42E6-B44F-B63B-90F4E581DCE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0103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C345-6A55-5E43-8A8D-28E404F71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3EF26-AF6C-864E-A0FF-8A4102958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3FD15-2378-0D42-86E8-9F9CAD5A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2C8D7-9ABC-3A4D-9D57-B30EAB2E8A1B}" type="datetimeFigureOut">
              <a:rPr lang="de-DE" smtClean="0"/>
              <a:t>30.04.24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40594-C9C6-F04D-96F8-F71FA0960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84EEC-54B2-1E4E-A9D2-364B90C55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8E0D1-42E6-B44F-B63B-90F4E581DCE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3134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D570E-DE79-764F-BF64-4EA4EFE66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68CA58-B025-6246-BD6A-6A7620D74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CB2CE-D6EA-3E42-AAC3-A89481AB1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2C8D7-9ABC-3A4D-9D57-B30EAB2E8A1B}" type="datetimeFigureOut">
              <a:rPr lang="de-DE" smtClean="0"/>
              <a:t>30.04.24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EF478-22AA-B241-B278-80D1F9AAC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FCAB1-F8BD-D040-83EA-F6DA6266B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8E0D1-42E6-B44F-B63B-90F4E581DCE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5833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43F9E-E68D-7A48-AB66-49BE1C018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2EC92-FADA-1A4F-907F-AE708ECEFD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01A3A1-69D5-CB48-9F48-1C6598B90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484AE-056B-1E4B-9EB2-0AB1DB21F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2C8D7-9ABC-3A4D-9D57-B30EAB2E8A1B}" type="datetimeFigureOut">
              <a:rPr lang="de-DE" smtClean="0"/>
              <a:t>30.04.24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2459E-5E8B-F348-8F27-E3D998F1A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62BCFE-2BB4-9447-9EAF-0CDF3A1CE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8E0D1-42E6-B44F-B63B-90F4E581DCE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7401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62288-D1F5-B843-AA18-7215BE98D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92A9D-8F6E-DE45-9504-D655B1B7E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870A3C-BE3D-5643-9E70-8897FB1705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F57162-51D6-4A4E-9941-34AD84A1C2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857EEA-6D93-3241-BDA3-0407D00576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A4F5F3-38A9-D841-BD72-B5F09A483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2C8D7-9ABC-3A4D-9D57-B30EAB2E8A1B}" type="datetimeFigureOut">
              <a:rPr lang="de-DE" smtClean="0"/>
              <a:t>30.04.24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E98B44-3A9D-6D49-B414-1B5D8BF7B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3BB93C-DF7D-9949-8FED-5F9B67D1F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8E0D1-42E6-B44F-B63B-90F4E581DCE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9920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E1E42-7E80-AF44-848C-F526C056A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58A9F7-84C1-CF4E-B000-6A3B6DB99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2C8D7-9ABC-3A4D-9D57-B30EAB2E8A1B}" type="datetimeFigureOut">
              <a:rPr lang="de-DE" smtClean="0"/>
              <a:t>30.04.24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37C2D8-F5BA-B849-9F1F-B9023E187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C0ECE2-ED9D-C442-B7DE-B29AE2800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8E0D1-42E6-B44F-B63B-90F4E581DCE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1570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6CEFDB-69B8-514B-99E4-24F10B412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2C8D7-9ABC-3A4D-9D57-B30EAB2E8A1B}" type="datetimeFigureOut">
              <a:rPr lang="de-DE" smtClean="0"/>
              <a:t>30.04.24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4ADBE2-0960-A147-88AF-0844965F5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7A14C-8FDC-4A4B-BADD-96A6DF876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8E0D1-42E6-B44F-B63B-90F4E581DCE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1858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D055E-26A1-A449-86B6-C6793682E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2B845-0F11-C64E-B20B-476F07B59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5BA896-49D8-6B4C-8EE0-1F94D3D96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2C71F-EE7B-0446-B173-6CA9012FB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2C8D7-9ABC-3A4D-9D57-B30EAB2E8A1B}" type="datetimeFigureOut">
              <a:rPr lang="de-DE" smtClean="0"/>
              <a:t>30.04.24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38A77-5E82-3246-A8A8-1BC490092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B3A4C-3501-C14B-8A80-1E745E5BA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8E0D1-42E6-B44F-B63B-90F4E581DCE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4636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2C2A0-5E41-9B45-80F0-5EDFFF62A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AF0734-62E2-4E4D-8563-4662635D8C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BDB63-C9CE-C74F-8634-BB4D9582E5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6004FF-58E0-D444-83AC-7A6A8A717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2C8D7-9ABC-3A4D-9D57-B30EAB2E8A1B}" type="datetimeFigureOut">
              <a:rPr lang="de-DE" smtClean="0"/>
              <a:t>30.04.24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BC2A43-633A-974B-A37A-AD1AA5C05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4DABF6-3BCD-B547-9100-F292D0547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8E0D1-42E6-B44F-B63B-90F4E581DCE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409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AE7D7-3925-A44F-86A6-6F658142A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2FF6FE-B0B8-0544-8388-8A2FB3D6E0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882CE-0CB2-CB42-8563-A81F9F33E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2C8D7-9ABC-3A4D-9D57-B30EAB2E8A1B}" type="datetimeFigureOut">
              <a:rPr lang="de-DE" smtClean="0"/>
              <a:t>30.04.24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A0F75-3788-D54C-BB39-5F62EA06E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B297E-C0EC-954E-A898-E810ACF90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8E0D1-42E6-B44F-B63B-90F4E581DCE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244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EE40DA-9327-4D49-AE8F-2785A2F622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8C07D3-D729-ED41-AB6D-23A1017166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05910-26F2-E044-970F-654A0C2B6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2C8D7-9ABC-3A4D-9D57-B30EAB2E8A1B}" type="datetimeFigureOut">
              <a:rPr lang="de-DE" smtClean="0"/>
              <a:t>30.04.24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9326-3883-7040-BD5C-215812C9A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1F6BF-4B5B-1941-873A-40F4205FC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8E0D1-42E6-B44F-B63B-90F4E581DCE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2410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CA6361-14E4-F24D-A8E5-06556E8E1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E26772-CC0E-934F-8B91-2F4989D29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39103-95AA-5347-BD81-070B0AADF9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2C8D7-9ABC-3A4D-9D57-B30EAB2E8A1B}" type="datetimeFigureOut">
              <a:rPr lang="de-DE" smtClean="0"/>
              <a:t>30.04.24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F3BF8-2AF4-924B-B534-229D799DA4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B4409-10AC-C940-88B6-46999DDEF0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68E0D1-42E6-B44F-B63B-90F4E581DCE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2644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7.png"/><Relationship Id="rId18" Type="http://schemas.openxmlformats.org/officeDocument/2006/relationships/image" Target="../media/image31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30.png"/><Relationship Id="rId2" Type="http://schemas.openxmlformats.org/officeDocument/2006/relationships/image" Target="../media/image9.png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26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19" Type="http://schemas.openxmlformats.org/officeDocument/2006/relationships/image" Target="../media/image3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6E58C2B6-6832-8C4C-A04D-A253CF9FA0C7}"/>
              </a:ext>
            </a:extLst>
          </p:cNvPr>
          <p:cNvGrpSpPr/>
          <p:nvPr/>
        </p:nvGrpSpPr>
        <p:grpSpPr>
          <a:xfrm>
            <a:off x="1832794" y="1773862"/>
            <a:ext cx="9603663" cy="3444658"/>
            <a:chOff x="1832794" y="1773862"/>
            <a:chExt cx="9603663" cy="3444658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A4EAF79F-574D-E644-9C4C-4FE799439A78}"/>
                </a:ext>
              </a:extLst>
            </p:cNvPr>
            <p:cNvSpPr/>
            <p:nvPr/>
          </p:nvSpPr>
          <p:spPr>
            <a:xfrm>
              <a:off x="1832794" y="3018773"/>
              <a:ext cx="914400" cy="9144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E846BDB3-0B27-4D43-A383-701E769A3F9C}"/>
                </a:ext>
              </a:extLst>
            </p:cNvPr>
            <p:cNvSpPr/>
            <p:nvPr/>
          </p:nvSpPr>
          <p:spPr>
            <a:xfrm>
              <a:off x="3561386" y="3018773"/>
              <a:ext cx="914400" cy="9144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8753781-8FB8-7742-9CA9-0F09BAF1B5F1}"/>
                </a:ext>
              </a:extLst>
            </p:cNvPr>
            <p:cNvSpPr/>
            <p:nvPr/>
          </p:nvSpPr>
          <p:spPr>
            <a:xfrm>
              <a:off x="5289978" y="3018773"/>
              <a:ext cx="914400" cy="9144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8745FFC0-C94C-FD49-89A0-FAABB842288F}"/>
                </a:ext>
              </a:extLst>
            </p:cNvPr>
            <p:cNvCxnSpPr/>
            <p:nvPr/>
          </p:nvCxnSpPr>
          <p:spPr>
            <a:xfrm>
              <a:off x="2847402" y="3475973"/>
              <a:ext cx="613775" cy="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0F2D26B-7C6F-0F40-BDBA-E7629C1545CC}"/>
                </a:ext>
              </a:extLst>
            </p:cNvPr>
            <p:cNvCxnSpPr/>
            <p:nvPr/>
          </p:nvCxnSpPr>
          <p:spPr>
            <a:xfrm>
              <a:off x="4588520" y="3475973"/>
              <a:ext cx="613775" cy="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D194660-869E-EC44-81BF-61FD770B40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9994" y="4102276"/>
              <a:ext cx="0" cy="6701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3591A2C-0973-7246-97AB-60B310E39D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8586" y="4102276"/>
              <a:ext cx="0" cy="6701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9F88BE3-EA00-F94D-95A8-56F8BF21D2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53441" y="4102276"/>
              <a:ext cx="0" cy="6701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28A7438-A48E-A74D-8AF4-D0F05B71C94F}"/>
                    </a:ext>
                  </a:extLst>
                </p:cNvPr>
                <p:cNvSpPr txBox="1"/>
                <p:nvPr/>
              </p:nvSpPr>
              <p:spPr>
                <a:xfrm>
                  <a:off x="6373481" y="3617324"/>
                  <a:ext cx="32521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oMath>
                    </m:oMathPara>
                  </a14:m>
                  <a:endParaRPr lang="de-DE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28A7438-A48E-A74D-8AF4-D0F05B71C9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3481" y="3617324"/>
                  <a:ext cx="325217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15385" t="-4348" r="-3846" b="-4348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3546BE74-EDF6-8D47-89FA-41F6D48BBBBA}"/>
                    </a:ext>
                  </a:extLst>
                </p:cNvPr>
                <p:cNvSpPr txBox="1"/>
                <p:nvPr/>
              </p:nvSpPr>
              <p:spPr>
                <a:xfrm>
                  <a:off x="2035554" y="4941521"/>
                  <a:ext cx="29136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3546BE74-EDF6-8D47-89FA-41F6D48BBB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5554" y="4941521"/>
                  <a:ext cx="291362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8333" t="-4348" r="-4167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F20BDD9-0E77-5B40-8423-5B7AE9EA59C0}"/>
                    </a:ext>
                  </a:extLst>
                </p:cNvPr>
                <p:cNvSpPr txBox="1"/>
                <p:nvPr/>
              </p:nvSpPr>
              <p:spPr>
                <a:xfrm>
                  <a:off x="3905574" y="4936687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F20BDD9-0E77-5B40-8423-5B7AE9EA59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5574" y="4936687"/>
                  <a:ext cx="22602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5E922D9-966D-A845-8BC1-C8DA3654DD3B}"/>
                    </a:ext>
                  </a:extLst>
                </p:cNvPr>
                <p:cNvSpPr txBox="1"/>
                <p:nvPr/>
              </p:nvSpPr>
              <p:spPr>
                <a:xfrm>
                  <a:off x="5635692" y="4936687"/>
                  <a:ext cx="32906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5E922D9-966D-A845-8BC1-C8DA3654DD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5692" y="4936687"/>
                  <a:ext cx="329064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1538" t="-4348" r="-3846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519BA73-A5CD-D54D-AD42-E7BC704C0F36}"/>
                </a:ext>
              </a:extLst>
            </p:cNvPr>
            <p:cNvSpPr/>
            <p:nvPr/>
          </p:nvSpPr>
          <p:spPr>
            <a:xfrm>
              <a:off x="7018570" y="3021625"/>
              <a:ext cx="914400" cy="9144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37A5E7B-F41F-8D43-9FAD-BFF5D09A6E7F}"/>
                </a:ext>
              </a:extLst>
            </p:cNvPr>
            <p:cNvSpPr/>
            <p:nvPr/>
          </p:nvSpPr>
          <p:spPr>
            <a:xfrm>
              <a:off x="8747162" y="3021625"/>
              <a:ext cx="914400" cy="9144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10CFECC-473F-5743-99F9-166AA94D9205}"/>
                </a:ext>
              </a:extLst>
            </p:cNvPr>
            <p:cNvSpPr/>
            <p:nvPr/>
          </p:nvSpPr>
          <p:spPr>
            <a:xfrm>
              <a:off x="10475754" y="3021625"/>
              <a:ext cx="914400" cy="9144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8D24CC80-7801-304A-9F42-60F4BCAF9155}"/>
                </a:ext>
              </a:extLst>
            </p:cNvPr>
            <p:cNvCxnSpPr/>
            <p:nvPr/>
          </p:nvCxnSpPr>
          <p:spPr>
            <a:xfrm>
              <a:off x="8033178" y="3478825"/>
              <a:ext cx="613775" cy="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3F6B0FA2-9A88-AF40-AB0F-6AED2E2A49DD}"/>
                </a:ext>
              </a:extLst>
            </p:cNvPr>
            <p:cNvCxnSpPr/>
            <p:nvPr/>
          </p:nvCxnSpPr>
          <p:spPr>
            <a:xfrm>
              <a:off x="9774296" y="3478825"/>
              <a:ext cx="613775" cy="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4921A5E3-0A11-9143-9C5C-ECB8A5E13C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69507" y="2201172"/>
              <a:ext cx="0" cy="670142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DF2AD6C7-5CAC-4246-9341-5633B896D4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8099" y="2201172"/>
              <a:ext cx="0" cy="670142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63924E89-CAB1-CD4F-855D-FD7F06E071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32954" y="2201172"/>
              <a:ext cx="0" cy="670142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6C1E817-60B7-3149-8A66-6599F17A4177}"/>
                    </a:ext>
                  </a:extLst>
                </p:cNvPr>
                <p:cNvSpPr txBox="1"/>
                <p:nvPr/>
              </p:nvSpPr>
              <p:spPr>
                <a:xfrm>
                  <a:off x="7337399" y="1773863"/>
                  <a:ext cx="29642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de-DE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de-DE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6C1E817-60B7-3149-8A66-6599F17A41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7399" y="1773863"/>
                  <a:ext cx="296428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6667" t="-13636" r="-4167" b="-27273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01CE3390-A42D-864A-9EC3-8EDEE747A84D}"/>
                    </a:ext>
                  </a:extLst>
                </p:cNvPr>
                <p:cNvSpPr txBox="1"/>
                <p:nvPr/>
              </p:nvSpPr>
              <p:spPr>
                <a:xfrm>
                  <a:off x="9085087" y="1849017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de-DE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01CE3390-A42D-864A-9EC3-8EDEE747A8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85087" y="1849017"/>
                  <a:ext cx="226023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749BC0CC-8E8D-1B49-A640-F209392FD141}"/>
                    </a:ext>
                  </a:extLst>
                </p:cNvPr>
                <p:cNvSpPr txBox="1"/>
                <p:nvPr/>
              </p:nvSpPr>
              <p:spPr>
                <a:xfrm>
                  <a:off x="10429450" y="1773862"/>
                  <a:ext cx="100700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𝐸𝑁𝐷</m:t>
                        </m:r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de-DE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749BC0CC-8E8D-1B49-A640-F209392FD1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9450" y="1773862"/>
                  <a:ext cx="1007007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3704" r="-2469" b="-4545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4274A382-46DF-2848-A67E-C6B7FEF76E3F}"/>
                </a:ext>
              </a:extLst>
            </p:cNvPr>
            <p:cNvCxnSpPr>
              <a:cxnSpLocks/>
            </p:cNvCxnSpPr>
            <p:nvPr/>
          </p:nvCxnSpPr>
          <p:spPr>
            <a:xfrm>
              <a:off x="6304586" y="3475973"/>
              <a:ext cx="61377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FFD945D-E547-E741-B1C1-2F923528A6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68851" y="4102276"/>
              <a:ext cx="0" cy="6701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B4F02B5-33F8-AA4A-9EE0-7EF192B3CC17}"/>
                    </a:ext>
                  </a:extLst>
                </p:cNvPr>
                <p:cNvSpPr txBox="1"/>
                <p:nvPr/>
              </p:nvSpPr>
              <p:spPr>
                <a:xfrm>
                  <a:off x="6857177" y="4936687"/>
                  <a:ext cx="122334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𝑆𝑇𝐴𝑅𝑇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B4F02B5-33F8-AA4A-9EE0-7EF192B3CC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7177" y="4936687"/>
                  <a:ext cx="1223348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4167" r="-3125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Curved Connector 8">
              <a:extLst>
                <a:ext uri="{FF2B5EF4-FFF2-40B4-BE49-F238E27FC236}">
                  <a16:creationId xmlns:a16="http://schemas.microsoft.com/office/drawing/2014/main" id="{948E9B0B-3753-8546-9EEB-3D91E331B653}"/>
                </a:ext>
              </a:extLst>
            </p:cNvPr>
            <p:cNvCxnSpPr>
              <a:cxnSpLocks/>
              <a:stCxn id="50" idx="3"/>
              <a:endCxn id="38" idx="4"/>
            </p:cNvCxnSpPr>
            <p:nvPr/>
          </p:nvCxnSpPr>
          <p:spPr>
            <a:xfrm>
              <a:off x="7633827" y="1912363"/>
              <a:ext cx="1570535" cy="2023662"/>
            </a:xfrm>
            <a:prstGeom prst="curvedConnector4">
              <a:avLst>
                <a:gd name="adj1" fmla="val 42908"/>
                <a:gd name="adj2" fmla="val 144895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14727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>
            <a:extLst>
              <a:ext uri="{FF2B5EF4-FFF2-40B4-BE49-F238E27FC236}">
                <a16:creationId xmlns:a16="http://schemas.microsoft.com/office/drawing/2014/main" id="{5CF41F60-FF06-714E-8D5B-FEF5300FB56E}"/>
              </a:ext>
            </a:extLst>
          </p:cNvPr>
          <p:cNvGrpSpPr/>
          <p:nvPr/>
        </p:nvGrpSpPr>
        <p:grpSpPr>
          <a:xfrm>
            <a:off x="1645224" y="177414"/>
            <a:ext cx="6247731" cy="6982303"/>
            <a:chOff x="1645224" y="177414"/>
            <a:chExt cx="6247731" cy="6982303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A4EAF79F-574D-E644-9C4C-4FE799439A78}"/>
                </a:ext>
              </a:extLst>
            </p:cNvPr>
            <p:cNvSpPr/>
            <p:nvPr/>
          </p:nvSpPr>
          <p:spPr>
            <a:xfrm>
              <a:off x="1645224" y="4964804"/>
              <a:ext cx="914400" cy="9144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E846BDB3-0B27-4D43-A383-701E769A3F9C}"/>
                </a:ext>
              </a:extLst>
            </p:cNvPr>
            <p:cNvSpPr/>
            <p:nvPr/>
          </p:nvSpPr>
          <p:spPr>
            <a:xfrm>
              <a:off x="3373816" y="4964804"/>
              <a:ext cx="914400" cy="9144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8753781-8FB8-7742-9CA9-0F09BAF1B5F1}"/>
                </a:ext>
              </a:extLst>
            </p:cNvPr>
            <p:cNvSpPr/>
            <p:nvPr/>
          </p:nvSpPr>
          <p:spPr>
            <a:xfrm>
              <a:off x="5102408" y="4964804"/>
              <a:ext cx="914400" cy="9144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8745FFC0-C94C-FD49-89A0-FAABB842288F}"/>
                </a:ext>
              </a:extLst>
            </p:cNvPr>
            <p:cNvCxnSpPr/>
            <p:nvPr/>
          </p:nvCxnSpPr>
          <p:spPr>
            <a:xfrm>
              <a:off x="2659832" y="5422004"/>
              <a:ext cx="613775" cy="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0F2D26B-7C6F-0F40-BDBA-E7629C1545CC}"/>
                </a:ext>
              </a:extLst>
            </p:cNvPr>
            <p:cNvCxnSpPr/>
            <p:nvPr/>
          </p:nvCxnSpPr>
          <p:spPr>
            <a:xfrm>
              <a:off x="4400950" y="5422004"/>
              <a:ext cx="613775" cy="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D194660-869E-EC44-81BF-61FD770B40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2424" y="6048307"/>
              <a:ext cx="0" cy="6701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3591A2C-0973-7246-97AB-60B310E39D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1016" y="6048307"/>
              <a:ext cx="0" cy="6701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9F88BE3-EA00-F94D-95A8-56F8BF21D2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5871" y="6048307"/>
              <a:ext cx="0" cy="6701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28A7438-A48E-A74D-8AF4-D0F05B71C94F}"/>
                    </a:ext>
                  </a:extLst>
                </p:cNvPr>
                <p:cNvSpPr txBox="1"/>
                <p:nvPr/>
              </p:nvSpPr>
              <p:spPr>
                <a:xfrm>
                  <a:off x="6185911" y="5563355"/>
                  <a:ext cx="32521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oMath>
                    </m:oMathPara>
                  </a14:m>
                  <a:endParaRPr lang="de-DE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28A7438-A48E-A74D-8AF4-D0F05B71C9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5911" y="5563355"/>
                  <a:ext cx="325217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14815" t="-4348" r="-3704" b="-4348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3546BE74-EDF6-8D47-89FA-41F6D48BBBBA}"/>
                    </a:ext>
                  </a:extLst>
                </p:cNvPr>
                <p:cNvSpPr txBox="1"/>
                <p:nvPr/>
              </p:nvSpPr>
              <p:spPr>
                <a:xfrm>
                  <a:off x="1956743" y="6882718"/>
                  <a:ext cx="29136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3546BE74-EDF6-8D47-89FA-41F6D48BBB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6743" y="6882718"/>
                  <a:ext cx="291362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8333" t="-4348" r="-8333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F20BDD9-0E77-5B40-8423-5B7AE9EA59C0}"/>
                    </a:ext>
                  </a:extLst>
                </p:cNvPr>
                <p:cNvSpPr txBox="1"/>
                <p:nvPr/>
              </p:nvSpPr>
              <p:spPr>
                <a:xfrm>
                  <a:off x="3715714" y="6882717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F20BDD9-0E77-5B40-8423-5B7AE9EA59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5714" y="6882717"/>
                  <a:ext cx="22602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5E922D9-966D-A845-8BC1-C8DA3654DD3B}"/>
                    </a:ext>
                  </a:extLst>
                </p:cNvPr>
                <p:cNvSpPr txBox="1"/>
                <p:nvPr/>
              </p:nvSpPr>
              <p:spPr>
                <a:xfrm>
                  <a:off x="5395076" y="6882717"/>
                  <a:ext cx="32906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5E922D9-966D-A845-8BC1-C8DA3654DD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5076" y="6882717"/>
                  <a:ext cx="329064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7407" t="-4348" r="-3704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519BA73-A5CD-D54D-AD42-E7BC704C0F36}"/>
                </a:ext>
              </a:extLst>
            </p:cNvPr>
            <p:cNvSpPr/>
            <p:nvPr/>
          </p:nvSpPr>
          <p:spPr>
            <a:xfrm>
              <a:off x="6831000" y="4967656"/>
              <a:ext cx="914400" cy="9144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4921A5E3-0A11-9143-9C5C-ECB8A5E13C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81937" y="4147203"/>
              <a:ext cx="0" cy="670142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6C1E817-60B7-3149-8A66-6599F17A4177}"/>
                    </a:ext>
                  </a:extLst>
                </p:cNvPr>
                <p:cNvSpPr txBox="1"/>
                <p:nvPr/>
              </p:nvSpPr>
              <p:spPr>
                <a:xfrm>
                  <a:off x="7149829" y="3719894"/>
                  <a:ext cx="27206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de-DE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6C1E817-60B7-3149-8A66-6599F17A41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9829" y="3719894"/>
                  <a:ext cx="272062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9091" t="-4348" r="-9091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4274A382-46DF-2848-A67E-C6B7FEF76E3F}"/>
                </a:ext>
              </a:extLst>
            </p:cNvPr>
            <p:cNvCxnSpPr>
              <a:cxnSpLocks/>
            </p:cNvCxnSpPr>
            <p:nvPr/>
          </p:nvCxnSpPr>
          <p:spPr>
            <a:xfrm>
              <a:off x="6117016" y="5422004"/>
              <a:ext cx="61377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FFD945D-E547-E741-B1C1-2F923528A6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81281" y="6048307"/>
              <a:ext cx="0" cy="6701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B4F02B5-33F8-AA4A-9EE0-7EF192B3CC17}"/>
                    </a:ext>
                  </a:extLst>
                </p:cNvPr>
                <p:cNvSpPr txBox="1"/>
                <p:nvPr/>
              </p:nvSpPr>
              <p:spPr>
                <a:xfrm>
                  <a:off x="6669607" y="6882718"/>
                  <a:ext cx="122334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𝑆𝑇𝐴𝑅𝑇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B4F02B5-33F8-AA4A-9EE0-7EF192B3CC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9607" y="6882718"/>
                  <a:ext cx="1223348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3093" r="-3093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DD187E9-5561-4C48-B1C4-B455FD6E18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2424" y="4147203"/>
              <a:ext cx="0" cy="670142"/>
            </a:xfrm>
            <a:prstGeom prst="straightConnector1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9BF6D46-C05C-3E42-888C-955E652A60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1016" y="4147203"/>
              <a:ext cx="0" cy="670142"/>
            </a:xfrm>
            <a:prstGeom prst="straightConnector1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AB763D9-4555-FB43-BBFD-0E79E6FFCD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5871" y="4147203"/>
              <a:ext cx="0" cy="670142"/>
            </a:xfrm>
            <a:prstGeom prst="straightConnector1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8555673E-1A4C-E847-B8CE-D0601B76209B}"/>
                    </a:ext>
                  </a:extLst>
                </p:cNvPr>
                <p:cNvSpPr txBox="1"/>
                <p:nvPr/>
              </p:nvSpPr>
              <p:spPr>
                <a:xfrm>
                  <a:off x="1956743" y="3780383"/>
                  <a:ext cx="291362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de-DE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8555673E-1A4C-E847-B8CE-D0601B7620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6743" y="3780383"/>
                  <a:ext cx="291362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6667" t="-4545" r="-4167" b="-909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0598B6C8-CB26-3544-B7D2-40CF244F1A72}"/>
                    </a:ext>
                  </a:extLst>
                </p:cNvPr>
                <p:cNvSpPr txBox="1"/>
                <p:nvPr/>
              </p:nvSpPr>
              <p:spPr>
                <a:xfrm>
                  <a:off x="3715714" y="3780383"/>
                  <a:ext cx="226023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de-DE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0598B6C8-CB26-3544-B7D2-40CF244F1A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5714" y="3780383"/>
                  <a:ext cx="226023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D75C306C-C700-BD41-90F1-7EC51AA45FDA}"/>
                    </a:ext>
                  </a:extLst>
                </p:cNvPr>
                <p:cNvSpPr txBox="1"/>
                <p:nvPr/>
              </p:nvSpPr>
              <p:spPr>
                <a:xfrm>
                  <a:off x="5401339" y="3783235"/>
                  <a:ext cx="329064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oMath>
                    </m:oMathPara>
                  </a14:m>
                  <a:endParaRPr lang="de-DE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D75C306C-C700-BD41-90F1-7EC51AA45F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1339" y="3783235"/>
                  <a:ext cx="329064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4815" t="-4348" r="-3704" b="-434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Curved Connector 9">
              <a:extLst>
                <a:ext uri="{FF2B5EF4-FFF2-40B4-BE49-F238E27FC236}">
                  <a16:creationId xmlns:a16="http://schemas.microsoft.com/office/drawing/2014/main" id="{6A6B32F6-5ED6-2449-93D8-E5EB43834E52}"/>
                </a:ext>
              </a:extLst>
            </p:cNvPr>
            <p:cNvCxnSpPr>
              <a:stCxn id="50" idx="2"/>
              <a:endCxn id="33" idx="2"/>
            </p:cNvCxnSpPr>
            <p:nvPr/>
          </p:nvCxnSpPr>
          <p:spPr>
            <a:xfrm rot="5400000">
              <a:off x="4663898" y="1435419"/>
              <a:ext cx="60489" cy="5183436"/>
            </a:xfrm>
            <a:prstGeom prst="curvedConnector3">
              <a:avLst>
                <a:gd name="adj1" fmla="val 477920"/>
              </a:avLst>
            </a:prstGeom>
            <a:ln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urved Connector 12">
              <a:extLst>
                <a:ext uri="{FF2B5EF4-FFF2-40B4-BE49-F238E27FC236}">
                  <a16:creationId xmlns:a16="http://schemas.microsoft.com/office/drawing/2014/main" id="{1F83E40E-DD85-C44A-A953-FE6A2AD5D2AB}"/>
                </a:ext>
              </a:extLst>
            </p:cNvPr>
            <p:cNvCxnSpPr>
              <a:stCxn id="50" idx="2"/>
              <a:endCxn id="35" idx="2"/>
            </p:cNvCxnSpPr>
            <p:nvPr/>
          </p:nvCxnSpPr>
          <p:spPr>
            <a:xfrm rot="5400000">
              <a:off x="6394196" y="3168569"/>
              <a:ext cx="63341" cy="1719989"/>
            </a:xfrm>
            <a:prstGeom prst="curvedConnector3">
              <a:avLst>
                <a:gd name="adj1" fmla="val 460904"/>
              </a:avLst>
            </a:prstGeom>
            <a:ln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DB4CE34C-1E51-D048-8205-1FB05E4A05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4714" y="2962782"/>
              <a:ext cx="0" cy="670142"/>
            </a:xfrm>
            <a:prstGeom prst="straightConnector1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20F40867-C4F0-5D43-BA80-C19C83EFB4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3306" y="2962782"/>
              <a:ext cx="0" cy="670142"/>
            </a:xfrm>
            <a:prstGeom prst="straightConnector1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16F17452-DA13-BD48-A017-6F40D49BB4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8161" y="2962782"/>
              <a:ext cx="0" cy="670142"/>
            </a:xfrm>
            <a:prstGeom prst="straightConnector1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71C281D8-0571-5749-8E40-33A891F983BD}"/>
                    </a:ext>
                  </a:extLst>
                </p:cNvPr>
                <p:cNvSpPr txBox="1"/>
                <p:nvPr/>
              </p:nvSpPr>
              <p:spPr>
                <a:xfrm>
                  <a:off x="1912788" y="2592927"/>
                  <a:ext cx="379271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de-DE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71C281D8-0571-5749-8E40-33A891F983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2788" y="2592927"/>
                  <a:ext cx="379271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10000" t="-4545" r="-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62F43800-89D4-B844-9503-C562C75CE7ED}"/>
                    </a:ext>
                  </a:extLst>
                </p:cNvPr>
                <p:cNvSpPr txBox="1"/>
                <p:nvPr/>
              </p:nvSpPr>
              <p:spPr>
                <a:xfrm>
                  <a:off x="3715713" y="2589458"/>
                  <a:ext cx="226023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de-DE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62F43800-89D4-B844-9503-C562C75CE7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5713" y="2589458"/>
                  <a:ext cx="226023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EAFBC811-6093-AA4C-867A-5A3CBF9D8EB5}"/>
                    </a:ext>
                  </a:extLst>
                </p:cNvPr>
                <p:cNvSpPr txBox="1"/>
                <p:nvPr/>
              </p:nvSpPr>
              <p:spPr>
                <a:xfrm>
                  <a:off x="5365390" y="2585732"/>
                  <a:ext cx="412036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oMath>
                    </m:oMathPara>
                  </a14:m>
                  <a:endParaRPr lang="de-DE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EAFBC811-6093-AA4C-867A-5A3CBF9D8E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5390" y="2585732"/>
                  <a:ext cx="412036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2941" t="-9524" r="-294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D765C8F1-396C-9A4D-A133-3EB98B926F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4714" y="1756760"/>
              <a:ext cx="0" cy="670142"/>
            </a:xfrm>
            <a:prstGeom prst="straightConnector1">
              <a:avLst/>
            </a:prstGeom>
            <a:ln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BF2B9EFB-5F1D-DA4E-A276-BDE86FFA0F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3306" y="1756760"/>
              <a:ext cx="0" cy="670142"/>
            </a:xfrm>
            <a:prstGeom prst="straightConnector1">
              <a:avLst/>
            </a:prstGeom>
            <a:ln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70BB36E5-885F-D14B-AE99-5E98C2E2B0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8161" y="1756760"/>
              <a:ext cx="0" cy="670142"/>
            </a:xfrm>
            <a:prstGeom prst="straightConnector1">
              <a:avLst/>
            </a:prstGeom>
            <a:ln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05034D77-6365-E949-B114-26CE498AFB65}"/>
                    </a:ext>
                  </a:extLst>
                </p:cNvPr>
                <p:cNvSpPr txBox="1"/>
                <p:nvPr/>
              </p:nvSpPr>
              <p:spPr>
                <a:xfrm>
                  <a:off x="1912788" y="1386905"/>
                  <a:ext cx="402418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de-DE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05034D77-6365-E949-B114-26CE498AFB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2788" y="1386905"/>
                  <a:ext cx="402418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9375" r="-312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69F3DFED-0748-D044-AF02-A957D94934FE}"/>
                    </a:ext>
                  </a:extLst>
                </p:cNvPr>
                <p:cNvSpPr txBox="1"/>
                <p:nvPr/>
              </p:nvSpPr>
              <p:spPr>
                <a:xfrm>
                  <a:off x="3715713" y="1383436"/>
                  <a:ext cx="226023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de-DE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69F3DFED-0748-D044-AF02-A957D94934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5713" y="1383436"/>
                  <a:ext cx="226023" cy="27699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A1CA1134-297F-C744-B83D-DBBE8D7BAEDF}"/>
                    </a:ext>
                  </a:extLst>
                </p:cNvPr>
                <p:cNvSpPr txBox="1"/>
                <p:nvPr/>
              </p:nvSpPr>
              <p:spPr>
                <a:xfrm>
                  <a:off x="5365390" y="1379710"/>
                  <a:ext cx="435184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oMath>
                    </m:oMathPara>
                  </a14:m>
                  <a:endParaRPr lang="de-DE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A1CA1134-297F-C744-B83D-DBBE8D7BAE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5390" y="1379710"/>
                  <a:ext cx="435184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2778" t="-4545" r="-277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F4A722C3-8745-A543-A011-38DC0454F6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1016" y="550738"/>
              <a:ext cx="0" cy="670142"/>
            </a:xfrm>
            <a:prstGeom prst="straightConnector1">
              <a:avLst/>
            </a:prstGeom>
            <a:ln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8879B8B4-48E8-C443-9EA8-17868F9FC219}"/>
                    </a:ext>
                  </a:extLst>
                </p:cNvPr>
                <p:cNvSpPr txBox="1"/>
                <p:nvPr/>
              </p:nvSpPr>
              <p:spPr>
                <a:xfrm>
                  <a:off x="3713423" y="177414"/>
                  <a:ext cx="283154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de-DE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8879B8B4-48E8-C443-9EA8-17868F9FC2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3423" y="177414"/>
                  <a:ext cx="283154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8333" b="-869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D869CF12-7852-8C4C-9F09-AD5FC08875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2424" y="547415"/>
              <a:ext cx="1610999" cy="673465"/>
            </a:xfrm>
            <a:prstGeom prst="straightConnector1">
              <a:avLst/>
            </a:prstGeom>
            <a:ln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C8789D03-6BAA-474B-8628-5164B998AA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48610" y="550738"/>
              <a:ext cx="1617261" cy="666820"/>
            </a:xfrm>
            <a:prstGeom prst="straightConnector1">
              <a:avLst/>
            </a:prstGeom>
            <a:ln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508EA700-9583-2A40-9035-DDC07CF5EA8F}"/>
                </a:ext>
              </a:extLst>
            </p:cNvPr>
            <p:cNvCxnSpPr>
              <a:cxnSpLocks/>
            </p:cNvCxnSpPr>
            <p:nvPr/>
          </p:nvCxnSpPr>
          <p:spPr>
            <a:xfrm>
              <a:off x="4034278" y="334189"/>
              <a:ext cx="3014915" cy="0"/>
            </a:xfrm>
            <a:prstGeom prst="straightConnector1">
              <a:avLst/>
            </a:prstGeom>
            <a:ln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221A8B30-C12B-164F-AE69-CEC8807CC5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2270" y="547415"/>
              <a:ext cx="28455" cy="3057800"/>
            </a:xfrm>
            <a:prstGeom prst="straightConnector1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8EFA4D5A-AC57-D945-836A-CFDCFFC135C9}"/>
                    </a:ext>
                  </a:extLst>
                </p:cNvPr>
                <p:cNvSpPr txBox="1"/>
                <p:nvPr/>
              </p:nvSpPr>
              <p:spPr>
                <a:xfrm>
                  <a:off x="7130693" y="192443"/>
                  <a:ext cx="277768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de-DE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8EFA4D5A-AC57-D945-836A-CFDCFFC135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0693" y="192443"/>
                  <a:ext cx="277768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17391" r="-4348" b="-2173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" name="Curved Connector 74">
              <a:extLst>
                <a:ext uri="{FF2B5EF4-FFF2-40B4-BE49-F238E27FC236}">
                  <a16:creationId xmlns:a16="http://schemas.microsoft.com/office/drawing/2014/main" id="{33263414-EDA3-0846-AF5B-232C42735BAC}"/>
                </a:ext>
              </a:extLst>
            </p:cNvPr>
            <p:cNvCxnSpPr>
              <a:stCxn id="33" idx="3"/>
            </p:cNvCxnSpPr>
            <p:nvPr/>
          </p:nvCxnSpPr>
          <p:spPr>
            <a:xfrm flipV="1">
              <a:off x="2248105" y="547415"/>
              <a:ext cx="1465318" cy="3371468"/>
            </a:xfrm>
            <a:prstGeom prst="curved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urved Connector 76">
              <a:extLst>
                <a:ext uri="{FF2B5EF4-FFF2-40B4-BE49-F238E27FC236}">
                  <a16:creationId xmlns:a16="http://schemas.microsoft.com/office/drawing/2014/main" id="{86AC48DD-527E-2446-981A-78636D7559B2}"/>
                </a:ext>
              </a:extLst>
            </p:cNvPr>
            <p:cNvCxnSpPr>
              <a:stCxn id="35" idx="1"/>
            </p:cNvCxnSpPr>
            <p:nvPr/>
          </p:nvCxnSpPr>
          <p:spPr>
            <a:xfrm rot="10800000">
              <a:off x="3996167" y="547415"/>
              <a:ext cx="1405172" cy="3374320"/>
            </a:xfrm>
            <a:prstGeom prst="curved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0341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94E0439F-7087-9B4B-8368-2534095B555A}"/>
              </a:ext>
            </a:extLst>
          </p:cNvPr>
          <p:cNvGrpSpPr/>
          <p:nvPr/>
        </p:nvGrpSpPr>
        <p:grpSpPr>
          <a:xfrm>
            <a:off x="1645224" y="176625"/>
            <a:ext cx="7879936" cy="6983092"/>
            <a:chOff x="1645224" y="176625"/>
            <a:chExt cx="7879936" cy="6983092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A4EAF79F-574D-E644-9C4C-4FE799439A78}"/>
                </a:ext>
              </a:extLst>
            </p:cNvPr>
            <p:cNvSpPr/>
            <p:nvPr/>
          </p:nvSpPr>
          <p:spPr>
            <a:xfrm>
              <a:off x="1645224" y="4964804"/>
              <a:ext cx="914400" cy="9144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E846BDB3-0B27-4D43-A383-701E769A3F9C}"/>
                </a:ext>
              </a:extLst>
            </p:cNvPr>
            <p:cNvSpPr/>
            <p:nvPr/>
          </p:nvSpPr>
          <p:spPr>
            <a:xfrm>
              <a:off x="3373816" y="4964804"/>
              <a:ext cx="914400" cy="9144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8753781-8FB8-7742-9CA9-0F09BAF1B5F1}"/>
                </a:ext>
              </a:extLst>
            </p:cNvPr>
            <p:cNvSpPr/>
            <p:nvPr/>
          </p:nvSpPr>
          <p:spPr>
            <a:xfrm>
              <a:off x="5102408" y="4964804"/>
              <a:ext cx="914400" cy="9144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8745FFC0-C94C-FD49-89A0-FAABB842288F}"/>
                </a:ext>
              </a:extLst>
            </p:cNvPr>
            <p:cNvCxnSpPr/>
            <p:nvPr/>
          </p:nvCxnSpPr>
          <p:spPr>
            <a:xfrm>
              <a:off x="2659832" y="5422004"/>
              <a:ext cx="613775" cy="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0F2D26B-7C6F-0F40-BDBA-E7629C1545CC}"/>
                </a:ext>
              </a:extLst>
            </p:cNvPr>
            <p:cNvCxnSpPr/>
            <p:nvPr/>
          </p:nvCxnSpPr>
          <p:spPr>
            <a:xfrm>
              <a:off x="4400950" y="5422004"/>
              <a:ext cx="613775" cy="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D194660-869E-EC44-81BF-61FD770B40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2424" y="6048307"/>
              <a:ext cx="0" cy="6701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3591A2C-0973-7246-97AB-60B310E39D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1016" y="6048307"/>
              <a:ext cx="0" cy="6701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9F88BE3-EA00-F94D-95A8-56F8BF21D2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5871" y="6048307"/>
              <a:ext cx="0" cy="6701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28A7438-A48E-A74D-8AF4-D0F05B71C94F}"/>
                    </a:ext>
                  </a:extLst>
                </p:cNvPr>
                <p:cNvSpPr txBox="1"/>
                <p:nvPr/>
              </p:nvSpPr>
              <p:spPr>
                <a:xfrm>
                  <a:off x="6185911" y="5563355"/>
                  <a:ext cx="32521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oMath>
                    </m:oMathPara>
                  </a14:m>
                  <a:endParaRPr lang="de-DE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28A7438-A48E-A74D-8AF4-D0F05B71C9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5911" y="5563355"/>
                  <a:ext cx="325217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14815" t="-4348" r="-3704" b="-4348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3546BE74-EDF6-8D47-89FA-41F6D48BBBBA}"/>
                    </a:ext>
                  </a:extLst>
                </p:cNvPr>
                <p:cNvSpPr txBox="1"/>
                <p:nvPr/>
              </p:nvSpPr>
              <p:spPr>
                <a:xfrm>
                  <a:off x="1956743" y="6882718"/>
                  <a:ext cx="29136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3546BE74-EDF6-8D47-89FA-41F6D48BBB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6743" y="6882718"/>
                  <a:ext cx="291362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8333" t="-4348" r="-8333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F20BDD9-0E77-5B40-8423-5B7AE9EA59C0}"/>
                    </a:ext>
                  </a:extLst>
                </p:cNvPr>
                <p:cNvSpPr txBox="1"/>
                <p:nvPr/>
              </p:nvSpPr>
              <p:spPr>
                <a:xfrm>
                  <a:off x="3715714" y="6882717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F20BDD9-0E77-5B40-8423-5B7AE9EA59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5714" y="6882717"/>
                  <a:ext cx="22602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5E922D9-966D-A845-8BC1-C8DA3654DD3B}"/>
                    </a:ext>
                  </a:extLst>
                </p:cNvPr>
                <p:cNvSpPr txBox="1"/>
                <p:nvPr/>
              </p:nvSpPr>
              <p:spPr>
                <a:xfrm>
                  <a:off x="5395076" y="6882717"/>
                  <a:ext cx="32906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5E922D9-966D-A845-8BC1-C8DA3654DD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5076" y="6882717"/>
                  <a:ext cx="329064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7407" t="-4348" r="-3704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519BA73-A5CD-D54D-AD42-E7BC704C0F36}"/>
                </a:ext>
              </a:extLst>
            </p:cNvPr>
            <p:cNvSpPr/>
            <p:nvPr/>
          </p:nvSpPr>
          <p:spPr>
            <a:xfrm>
              <a:off x="6831000" y="4967656"/>
              <a:ext cx="914400" cy="9144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4921A5E3-0A11-9143-9C5C-ECB8A5E13C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81937" y="4147203"/>
              <a:ext cx="0" cy="670142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6C1E817-60B7-3149-8A66-6599F17A4177}"/>
                    </a:ext>
                  </a:extLst>
                </p:cNvPr>
                <p:cNvSpPr txBox="1"/>
                <p:nvPr/>
              </p:nvSpPr>
              <p:spPr>
                <a:xfrm>
                  <a:off x="7149829" y="3719894"/>
                  <a:ext cx="27206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de-DE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6C1E817-60B7-3149-8A66-6599F17A41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9829" y="3719894"/>
                  <a:ext cx="272062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9091" t="-4348" r="-9091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4274A382-46DF-2848-A67E-C6B7FEF76E3F}"/>
                </a:ext>
              </a:extLst>
            </p:cNvPr>
            <p:cNvCxnSpPr>
              <a:cxnSpLocks/>
            </p:cNvCxnSpPr>
            <p:nvPr/>
          </p:nvCxnSpPr>
          <p:spPr>
            <a:xfrm>
              <a:off x="6117016" y="5422004"/>
              <a:ext cx="61377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FFD945D-E547-E741-B1C1-2F923528A6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81281" y="6048307"/>
              <a:ext cx="0" cy="6701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B4F02B5-33F8-AA4A-9EE0-7EF192B3CC17}"/>
                    </a:ext>
                  </a:extLst>
                </p:cNvPr>
                <p:cNvSpPr txBox="1"/>
                <p:nvPr/>
              </p:nvSpPr>
              <p:spPr>
                <a:xfrm>
                  <a:off x="6669607" y="6882718"/>
                  <a:ext cx="122334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𝑆𝑇𝐴𝑅𝑇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B4F02B5-33F8-AA4A-9EE0-7EF192B3CC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9607" y="6882718"/>
                  <a:ext cx="1223348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3093" r="-3093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DD187E9-5561-4C48-B1C4-B455FD6E18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2424" y="4147203"/>
              <a:ext cx="0" cy="670142"/>
            </a:xfrm>
            <a:prstGeom prst="straightConnector1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9BF6D46-C05C-3E42-888C-955E652A60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1016" y="4147203"/>
              <a:ext cx="0" cy="670142"/>
            </a:xfrm>
            <a:prstGeom prst="straightConnector1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AB763D9-4555-FB43-BBFD-0E79E6FFCD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5871" y="4147203"/>
              <a:ext cx="0" cy="670142"/>
            </a:xfrm>
            <a:prstGeom prst="straightConnector1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8555673E-1A4C-E847-B8CE-D0601B76209B}"/>
                    </a:ext>
                  </a:extLst>
                </p:cNvPr>
                <p:cNvSpPr txBox="1"/>
                <p:nvPr/>
              </p:nvSpPr>
              <p:spPr>
                <a:xfrm>
                  <a:off x="1956743" y="3780383"/>
                  <a:ext cx="291362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de-DE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8555673E-1A4C-E847-B8CE-D0601B7620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6743" y="3780383"/>
                  <a:ext cx="291362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6667" t="-4545" r="-4167" b="-909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0598B6C8-CB26-3544-B7D2-40CF244F1A72}"/>
                    </a:ext>
                  </a:extLst>
                </p:cNvPr>
                <p:cNvSpPr txBox="1"/>
                <p:nvPr/>
              </p:nvSpPr>
              <p:spPr>
                <a:xfrm>
                  <a:off x="3715714" y="3780383"/>
                  <a:ext cx="226023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de-DE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0598B6C8-CB26-3544-B7D2-40CF244F1A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5714" y="3780383"/>
                  <a:ext cx="226023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D75C306C-C700-BD41-90F1-7EC51AA45FDA}"/>
                    </a:ext>
                  </a:extLst>
                </p:cNvPr>
                <p:cNvSpPr txBox="1"/>
                <p:nvPr/>
              </p:nvSpPr>
              <p:spPr>
                <a:xfrm>
                  <a:off x="5401339" y="3783235"/>
                  <a:ext cx="329064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oMath>
                    </m:oMathPara>
                  </a14:m>
                  <a:endParaRPr lang="de-DE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D75C306C-C700-BD41-90F1-7EC51AA45F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1339" y="3783235"/>
                  <a:ext cx="329064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4815" t="-4348" r="-3704" b="-434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Curved Connector 9">
              <a:extLst>
                <a:ext uri="{FF2B5EF4-FFF2-40B4-BE49-F238E27FC236}">
                  <a16:creationId xmlns:a16="http://schemas.microsoft.com/office/drawing/2014/main" id="{6A6B32F6-5ED6-2449-93D8-E5EB43834E52}"/>
                </a:ext>
              </a:extLst>
            </p:cNvPr>
            <p:cNvCxnSpPr>
              <a:cxnSpLocks/>
              <a:stCxn id="71" idx="2"/>
              <a:endCxn id="33" idx="2"/>
            </p:cNvCxnSpPr>
            <p:nvPr/>
          </p:nvCxnSpPr>
          <p:spPr>
            <a:xfrm rot="5400000">
              <a:off x="5554842" y="544134"/>
              <a:ext cx="60831" cy="6965665"/>
            </a:xfrm>
            <a:prstGeom prst="curvedConnector3">
              <a:avLst>
                <a:gd name="adj1" fmla="val 475795"/>
              </a:avLst>
            </a:prstGeom>
            <a:ln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urved Connector 12">
              <a:extLst>
                <a:ext uri="{FF2B5EF4-FFF2-40B4-BE49-F238E27FC236}">
                  <a16:creationId xmlns:a16="http://schemas.microsoft.com/office/drawing/2014/main" id="{1F83E40E-DD85-C44A-A953-FE6A2AD5D2AB}"/>
                </a:ext>
              </a:extLst>
            </p:cNvPr>
            <p:cNvCxnSpPr>
              <a:cxnSpLocks/>
              <a:stCxn id="71" idx="2"/>
              <a:endCxn id="35" idx="2"/>
            </p:cNvCxnSpPr>
            <p:nvPr/>
          </p:nvCxnSpPr>
          <p:spPr>
            <a:xfrm rot="5400000">
              <a:off x="7285139" y="2277283"/>
              <a:ext cx="63683" cy="3502218"/>
            </a:xfrm>
            <a:prstGeom prst="curvedConnector3">
              <a:avLst>
                <a:gd name="adj1" fmla="val 458966"/>
              </a:avLst>
            </a:prstGeom>
            <a:ln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DB4CE34C-1E51-D048-8205-1FB05E4A05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4714" y="2962782"/>
              <a:ext cx="0" cy="670142"/>
            </a:xfrm>
            <a:prstGeom prst="straightConnector1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20F40867-C4F0-5D43-BA80-C19C83EFB4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3306" y="2962782"/>
              <a:ext cx="0" cy="670142"/>
            </a:xfrm>
            <a:prstGeom prst="straightConnector1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16F17452-DA13-BD48-A017-6F40D49BB4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8161" y="2962782"/>
              <a:ext cx="0" cy="670142"/>
            </a:xfrm>
            <a:prstGeom prst="straightConnector1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71C281D8-0571-5749-8E40-33A891F983BD}"/>
                    </a:ext>
                  </a:extLst>
                </p:cNvPr>
                <p:cNvSpPr txBox="1"/>
                <p:nvPr/>
              </p:nvSpPr>
              <p:spPr>
                <a:xfrm>
                  <a:off x="1912788" y="2592927"/>
                  <a:ext cx="384208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de-DE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71C281D8-0571-5749-8E40-33A891F983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2788" y="2592927"/>
                  <a:ext cx="384208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9677" t="-4545" r="-322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62F43800-89D4-B844-9503-C562C75CE7ED}"/>
                    </a:ext>
                  </a:extLst>
                </p:cNvPr>
                <p:cNvSpPr txBox="1"/>
                <p:nvPr/>
              </p:nvSpPr>
              <p:spPr>
                <a:xfrm>
                  <a:off x="3715713" y="2589458"/>
                  <a:ext cx="226023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de-DE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62F43800-89D4-B844-9503-C562C75CE7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5713" y="2589458"/>
                  <a:ext cx="226023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EAFBC811-6093-AA4C-867A-5A3CBF9D8EB5}"/>
                    </a:ext>
                  </a:extLst>
                </p:cNvPr>
                <p:cNvSpPr txBox="1"/>
                <p:nvPr/>
              </p:nvSpPr>
              <p:spPr>
                <a:xfrm>
                  <a:off x="5365390" y="2585732"/>
                  <a:ext cx="416974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oMath>
                    </m:oMathPara>
                  </a14:m>
                  <a:endParaRPr lang="de-DE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EAFBC811-6093-AA4C-867A-5A3CBF9D8E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5390" y="2585732"/>
                  <a:ext cx="416974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2941" t="-9524" r="-294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D765C8F1-396C-9A4D-A133-3EB98B926F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4714" y="1756760"/>
              <a:ext cx="0" cy="670142"/>
            </a:xfrm>
            <a:prstGeom prst="straightConnector1">
              <a:avLst/>
            </a:prstGeom>
            <a:ln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BF2B9EFB-5F1D-DA4E-A276-BDE86FFA0F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3306" y="1756760"/>
              <a:ext cx="0" cy="670142"/>
            </a:xfrm>
            <a:prstGeom prst="straightConnector1">
              <a:avLst/>
            </a:prstGeom>
            <a:ln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70BB36E5-885F-D14B-AE99-5E98C2E2B0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8161" y="1756760"/>
              <a:ext cx="0" cy="670142"/>
            </a:xfrm>
            <a:prstGeom prst="straightConnector1">
              <a:avLst/>
            </a:prstGeom>
            <a:ln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05034D77-6365-E949-B114-26CE498AFB65}"/>
                    </a:ext>
                  </a:extLst>
                </p:cNvPr>
                <p:cNvSpPr txBox="1"/>
                <p:nvPr/>
              </p:nvSpPr>
              <p:spPr>
                <a:xfrm>
                  <a:off x="1912788" y="1386905"/>
                  <a:ext cx="407356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de-DE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05034D77-6365-E949-B114-26CE498AFB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2788" y="1386905"/>
                  <a:ext cx="407356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9091" r="-303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69F3DFED-0748-D044-AF02-A957D94934FE}"/>
                    </a:ext>
                  </a:extLst>
                </p:cNvPr>
                <p:cNvSpPr txBox="1"/>
                <p:nvPr/>
              </p:nvSpPr>
              <p:spPr>
                <a:xfrm>
                  <a:off x="3715713" y="1383436"/>
                  <a:ext cx="226023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de-DE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69F3DFED-0748-D044-AF02-A957D94934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5713" y="1383436"/>
                  <a:ext cx="226023" cy="27699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A1CA1134-297F-C744-B83D-DBBE8D7BAEDF}"/>
                    </a:ext>
                  </a:extLst>
                </p:cNvPr>
                <p:cNvSpPr txBox="1"/>
                <p:nvPr/>
              </p:nvSpPr>
              <p:spPr>
                <a:xfrm>
                  <a:off x="5365390" y="1379710"/>
                  <a:ext cx="440120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oMath>
                    </m:oMathPara>
                  </a14:m>
                  <a:endParaRPr lang="de-DE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A1CA1134-297F-C744-B83D-DBBE8D7BAE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5390" y="1379710"/>
                  <a:ext cx="440120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2778" t="-4545" r="-277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F4A722C3-8745-A543-A011-38DC0454F6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1016" y="550738"/>
              <a:ext cx="0" cy="670142"/>
            </a:xfrm>
            <a:prstGeom prst="straightConnector1">
              <a:avLst/>
            </a:prstGeom>
            <a:ln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8879B8B4-48E8-C443-9EA8-17868F9FC219}"/>
                    </a:ext>
                  </a:extLst>
                </p:cNvPr>
                <p:cNvSpPr txBox="1"/>
                <p:nvPr/>
              </p:nvSpPr>
              <p:spPr>
                <a:xfrm>
                  <a:off x="3713423" y="177414"/>
                  <a:ext cx="288477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de-DE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8879B8B4-48E8-C443-9EA8-17868F9FC2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3423" y="177414"/>
                  <a:ext cx="288477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8333" r="-4167" b="-869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D869CF12-7852-8C4C-9F09-AD5FC08875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2424" y="547415"/>
              <a:ext cx="1610999" cy="673465"/>
            </a:xfrm>
            <a:prstGeom prst="straightConnector1">
              <a:avLst/>
            </a:prstGeom>
            <a:ln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C8789D03-6BAA-474B-8628-5164B998AA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48610" y="550738"/>
              <a:ext cx="1617261" cy="666820"/>
            </a:xfrm>
            <a:prstGeom prst="straightConnector1">
              <a:avLst/>
            </a:prstGeom>
            <a:ln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508EA700-9583-2A40-9035-DDC07CF5EA8F}"/>
                </a:ext>
              </a:extLst>
            </p:cNvPr>
            <p:cNvCxnSpPr>
              <a:cxnSpLocks/>
            </p:cNvCxnSpPr>
            <p:nvPr/>
          </p:nvCxnSpPr>
          <p:spPr>
            <a:xfrm>
              <a:off x="4034278" y="334189"/>
              <a:ext cx="4820011" cy="0"/>
            </a:xfrm>
            <a:prstGeom prst="straightConnector1">
              <a:avLst/>
            </a:prstGeom>
            <a:ln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8EFA4D5A-AC57-D945-836A-CFDCFFC135C9}"/>
                    </a:ext>
                  </a:extLst>
                </p:cNvPr>
                <p:cNvSpPr txBox="1"/>
                <p:nvPr/>
              </p:nvSpPr>
              <p:spPr>
                <a:xfrm>
                  <a:off x="7141957" y="2592926"/>
                  <a:ext cx="277768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de-DE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8EFA4D5A-AC57-D945-836A-CFDCFFC135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1957" y="2592926"/>
                  <a:ext cx="277768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17391" r="-4348" b="-2272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" name="Curved Connector 74">
              <a:extLst>
                <a:ext uri="{FF2B5EF4-FFF2-40B4-BE49-F238E27FC236}">
                  <a16:creationId xmlns:a16="http://schemas.microsoft.com/office/drawing/2014/main" id="{33263414-EDA3-0846-AF5B-232C42735BAC}"/>
                </a:ext>
              </a:extLst>
            </p:cNvPr>
            <p:cNvCxnSpPr>
              <a:stCxn id="33" idx="3"/>
            </p:cNvCxnSpPr>
            <p:nvPr/>
          </p:nvCxnSpPr>
          <p:spPr>
            <a:xfrm flipV="1">
              <a:off x="2248105" y="547415"/>
              <a:ext cx="1465318" cy="3371468"/>
            </a:xfrm>
            <a:prstGeom prst="curved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urved Connector 76">
              <a:extLst>
                <a:ext uri="{FF2B5EF4-FFF2-40B4-BE49-F238E27FC236}">
                  <a16:creationId xmlns:a16="http://schemas.microsoft.com/office/drawing/2014/main" id="{86AC48DD-527E-2446-981A-78636D7559B2}"/>
                </a:ext>
              </a:extLst>
            </p:cNvPr>
            <p:cNvCxnSpPr>
              <a:stCxn id="35" idx="1"/>
            </p:cNvCxnSpPr>
            <p:nvPr/>
          </p:nvCxnSpPr>
          <p:spPr>
            <a:xfrm rot="10800000">
              <a:off x="3996167" y="547415"/>
              <a:ext cx="1405172" cy="3374320"/>
            </a:xfrm>
            <a:prstGeom prst="curved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733D74C5-8DB4-7240-98AB-6279512E45E5}"/>
                </a:ext>
              </a:extLst>
            </p:cNvPr>
            <p:cNvSpPr/>
            <p:nvPr/>
          </p:nvSpPr>
          <p:spPr>
            <a:xfrm>
              <a:off x="8610760" y="4967314"/>
              <a:ext cx="914400" cy="9144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6205B18D-FB05-3646-8193-735EEF4B86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61697" y="4146861"/>
              <a:ext cx="0" cy="670142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13F8EF94-6043-144A-AE11-19DB1E53AFA0}"/>
                    </a:ext>
                  </a:extLst>
                </p:cNvPr>
                <p:cNvSpPr txBox="1"/>
                <p:nvPr/>
              </p:nvSpPr>
              <p:spPr>
                <a:xfrm>
                  <a:off x="8929589" y="3719552"/>
                  <a:ext cx="27699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de-DE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13F8EF94-6043-144A-AE11-19DB1E53AF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29589" y="3719552"/>
                  <a:ext cx="276999" cy="276999"/>
                </a:xfrm>
                <a:prstGeom prst="rect">
                  <a:avLst/>
                </a:prstGeom>
                <a:blipFill>
                  <a:blip r:embed="rId19"/>
                  <a:stretch>
                    <a:fillRect l="-8696" t="-4348" r="-4348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0FD00FD9-ADC8-2246-8EB8-3028646E0070}"/>
                </a:ext>
              </a:extLst>
            </p:cNvPr>
            <p:cNvCxnSpPr>
              <a:cxnSpLocks/>
            </p:cNvCxnSpPr>
            <p:nvPr/>
          </p:nvCxnSpPr>
          <p:spPr>
            <a:xfrm>
              <a:off x="7896776" y="5421662"/>
              <a:ext cx="61377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4C4F260E-DF8C-2046-A603-7C4221046E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81281" y="2962782"/>
              <a:ext cx="0" cy="670142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urved Connector 14">
              <a:extLst>
                <a:ext uri="{FF2B5EF4-FFF2-40B4-BE49-F238E27FC236}">
                  <a16:creationId xmlns:a16="http://schemas.microsoft.com/office/drawing/2014/main" id="{EAF1B81B-DA92-DB40-A272-BAF09151CC63}"/>
                </a:ext>
              </a:extLst>
            </p:cNvPr>
            <p:cNvCxnSpPr>
              <a:stCxn id="70" idx="3"/>
              <a:endCxn id="52" idx="4"/>
            </p:cNvCxnSpPr>
            <p:nvPr/>
          </p:nvCxnSpPr>
          <p:spPr>
            <a:xfrm>
              <a:off x="7419725" y="2731426"/>
              <a:ext cx="1648235" cy="3150288"/>
            </a:xfrm>
            <a:prstGeom prst="curvedConnector4">
              <a:avLst>
                <a:gd name="adj1" fmla="val 48126"/>
                <a:gd name="adj2" fmla="val 128045"/>
              </a:avLst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2633AF44-C7F0-C543-BAD8-4B04F7D15611}"/>
                    </a:ext>
                  </a:extLst>
                </p:cNvPr>
                <p:cNvSpPr txBox="1"/>
                <p:nvPr/>
              </p:nvSpPr>
              <p:spPr>
                <a:xfrm>
                  <a:off x="8928820" y="176625"/>
                  <a:ext cx="283091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de-DE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2633AF44-C7F0-C543-BAD8-4B04F7D156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28820" y="176625"/>
                  <a:ext cx="283091" cy="276999"/>
                </a:xfrm>
                <a:prstGeom prst="rect">
                  <a:avLst/>
                </a:prstGeom>
                <a:blipFill>
                  <a:blip r:embed="rId20"/>
                  <a:stretch>
                    <a:fillRect l="-17391" r="-4348" b="-2173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1280B3AC-06CE-1740-A9C9-3135DDCFFE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51822" y="547415"/>
              <a:ext cx="16266" cy="3085509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89216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52</Words>
  <Application>Microsoft Macintosh PowerPoint</Application>
  <PresentationFormat>Widescreen</PresentationFormat>
  <Paragraphs>44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14</cp:revision>
  <dcterms:created xsi:type="dcterms:W3CDTF">2024-04-16T10:05:27Z</dcterms:created>
  <dcterms:modified xsi:type="dcterms:W3CDTF">2024-04-30T12:53:13Z</dcterms:modified>
</cp:coreProperties>
</file>